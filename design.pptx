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Q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 varScale="1">
        <p:scale>
          <a:sx n="93" d="100"/>
          <a:sy n="93" d="100"/>
        </p:scale>
        <p:origin x="208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2AD32-EF50-D42F-EF45-629F8A67C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B1A5-E998-AAAA-8FE3-48C281F26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Q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9F156-18A3-8C85-976C-B262AB786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DFA-D1E0-7C4B-8375-992BB054FD8C}" type="datetimeFigureOut">
              <a:rPr lang="en-QA" smtClean="0"/>
              <a:t>14/08/2026</a:t>
            </a:fld>
            <a:endParaRPr lang="en-Q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0BA59-96E1-F14C-31AD-F304EB568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CA0F7-209E-E493-DDEC-8391D9AE9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1438-97FB-214F-9A95-1E4931FB0FEF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457655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7B49-8D73-650E-A2FE-9EA9FD46E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50979-8978-00F7-12E1-1E48FD593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BA8E8-8E6C-A3F3-556C-B9D04D2BA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DFA-D1E0-7C4B-8375-992BB054FD8C}" type="datetimeFigureOut">
              <a:rPr lang="en-QA" smtClean="0"/>
              <a:t>14/08/2026</a:t>
            </a:fld>
            <a:endParaRPr lang="en-Q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BC0B2-38E8-2F35-6239-E3703F066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3D8D1-E068-D02D-4996-6B439CA5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1438-97FB-214F-9A95-1E4931FB0FEF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874959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E237E-A534-08BA-E290-FBA27BE22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EF364-38EA-E1B9-D2FF-FB0558BEA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D84D5-BCEA-1FE7-EEF6-3DE63502D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DFA-D1E0-7C4B-8375-992BB054FD8C}" type="datetimeFigureOut">
              <a:rPr lang="en-QA" smtClean="0"/>
              <a:t>14/08/2026</a:t>
            </a:fld>
            <a:endParaRPr lang="en-Q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0AA9F-BD5E-1D86-674C-BCA84FA81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1451E-5A12-1A82-EDA1-03DB22915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1438-97FB-214F-9A95-1E4931FB0FEF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7123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F0A2F-5B6A-6078-29DA-0B19769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8B8FE-6B7B-6368-4741-E050B5FC0A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DC1231-4A22-DA2E-272B-06E6CAE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E19BCC-A3ED-6C87-ACC8-F1A064198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DFA-D1E0-7C4B-8375-992BB054FD8C}" type="datetimeFigureOut">
              <a:rPr lang="en-QA" smtClean="0"/>
              <a:t>14/08/2026</a:t>
            </a:fld>
            <a:endParaRPr lang="en-Q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BB079F-FD37-AA0D-31BC-364764DBB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0C359-4A79-BBFA-643A-4E87527C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1438-97FB-214F-9A95-1E4931FB0FEF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2207950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FD9E9-130A-AD0A-DAC9-1177B23DE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A6213-2ED0-1EFD-26E8-4D4D14B3B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7DADC-4E83-0BEB-3F2E-69EC49F820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14742B-A256-5B13-05FC-2A8C8CFFB9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EB0131-0FF3-5C1F-F5E7-0B8ED082E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2C4784-46F3-CF7A-EE2F-CA49A063C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DFA-D1E0-7C4B-8375-992BB054FD8C}" type="datetimeFigureOut">
              <a:rPr lang="en-QA" smtClean="0"/>
              <a:t>14/08/2026</a:t>
            </a:fld>
            <a:endParaRPr lang="en-Q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F3B5EB-5B87-9654-FC46-2AB0A11AD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4794CB-215B-943B-EA32-30899DEAF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1438-97FB-214F-9A95-1E4931FB0FEF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773563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A1933-A8BC-5725-11E9-418D514A5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6CD7A-16E6-42D9-DFEA-2719FD7B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DFA-D1E0-7C4B-8375-992BB054FD8C}" type="datetimeFigureOut">
              <a:rPr lang="en-QA" smtClean="0"/>
              <a:t>14/08/2026</a:t>
            </a:fld>
            <a:endParaRPr lang="en-Q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0C6776-B69D-1D79-5AE7-B40E44E98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89138C-54D0-81D9-FE60-A4EDE5273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1438-97FB-214F-9A95-1E4931FB0FEF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2969081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B39A5E-BB44-7386-A9B5-CE09018DC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DFA-D1E0-7C4B-8375-992BB054FD8C}" type="datetimeFigureOut">
              <a:rPr lang="en-QA" smtClean="0"/>
              <a:t>14/08/2026</a:t>
            </a:fld>
            <a:endParaRPr lang="en-Q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A6833-4AE2-F2F8-1731-BFE308DE0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4CCFC-0DC8-823C-3F8D-80977E78C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1438-97FB-214F-9A95-1E4931FB0FEF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278399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C4403-ED71-EB27-ECCA-8A0B1ED05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146A8-A4A8-E00E-558D-9CB356666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E6D465-B322-CED3-ED38-F3CB8928E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C5E2C-FC97-A04B-200A-F39A8AA50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DFA-D1E0-7C4B-8375-992BB054FD8C}" type="datetimeFigureOut">
              <a:rPr lang="en-QA" smtClean="0"/>
              <a:t>14/08/2026</a:t>
            </a:fld>
            <a:endParaRPr lang="en-Q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6D49D-4C42-25A9-F9D6-B5FDC8DAA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0B6959-0BD1-7E54-9438-E5439C184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1438-97FB-214F-9A95-1E4931FB0FEF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557891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C4663-329E-A127-0B4B-B5E4FC8FD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B3F9B4-E990-B666-A5B1-C5857BA1C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Q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30648-DE59-47EB-7AD6-749F36938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767D1D-8084-62BA-43E8-65F07958F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DFA-D1E0-7C4B-8375-992BB054FD8C}" type="datetimeFigureOut">
              <a:rPr lang="en-QA" smtClean="0"/>
              <a:t>14/08/2026</a:t>
            </a:fld>
            <a:endParaRPr lang="en-Q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2C84D-8100-413C-77C2-C7AE18F7C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2ADFBD-8E92-E72C-11F4-EFACA2FE6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1438-97FB-214F-9A95-1E4931FB0FEF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372432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8E005-A034-0B78-E687-75DD51B1F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68A49C-9F6B-EC05-C42B-D417885E6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9779D-B4C8-3546-6F15-F58E9972E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DFA-D1E0-7C4B-8375-992BB054FD8C}" type="datetimeFigureOut">
              <a:rPr lang="en-QA" smtClean="0"/>
              <a:t>14/08/2026</a:t>
            </a:fld>
            <a:endParaRPr lang="en-Q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9B108-BCE1-0608-D0DD-340D0CC80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E577-D813-C9BC-AC16-08DF7BE96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1438-97FB-214F-9A95-1E4931FB0FEF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8746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D2C434-D559-7D93-92AF-0AC8010CC5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FC16A4-3C6F-44CC-0B23-9CC2D6B4C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548CE-83A9-E999-05A7-811615765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DFA-D1E0-7C4B-8375-992BB054FD8C}" type="datetimeFigureOut">
              <a:rPr lang="en-QA" smtClean="0"/>
              <a:t>14/08/2026</a:t>
            </a:fld>
            <a:endParaRPr lang="en-Q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64EB3-D21C-0286-435F-171E8F77F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6F4C8-05A0-25D2-2851-4BE208DEA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1438-97FB-214F-9A95-1E4931FB0FEF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37366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DF441B-0E0B-09A2-AAD9-9A316D789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2A9508-29E6-466D-AB32-3902518CB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8BCD4-D3DF-A94A-3568-7B0F029EB6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CC2DFA-D1E0-7C4B-8375-992BB054FD8C}" type="datetimeFigureOut">
              <a:rPr lang="en-QA" smtClean="0"/>
              <a:t>14/08/2026</a:t>
            </a:fld>
            <a:endParaRPr lang="en-Q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C553C-AAA8-9BD5-A6E6-B4CEC6EE74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Q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F651A-FE5D-E8AE-44FB-9117696CDA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021438-97FB-214F-9A95-1E4931FB0FEF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549754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Q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C64A-A182-9664-C856-BBCA4000A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77236"/>
          </a:xfrm>
        </p:spPr>
        <p:txBody>
          <a:bodyPr/>
          <a:lstStyle/>
          <a:p>
            <a:r>
              <a:rPr lang="en-QA" dirty="0"/>
              <a:t>Prophets landing page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1FF2C71-6809-BBDA-BC5A-17BD7AE36836}"/>
              </a:ext>
            </a:extLst>
          </p:cNvPr>
          <p:cNvSpPr/>
          <p:nvPr/>
        </p:nvSpPr>
        <p:spPr>
          <a:xfrm>
            <a:off x="5034708" y="1916436"/>
            <a:ext cx="720000" cy="72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ar-SA" dirty="0"/>
              <a:t>أدم</a:t>
            </a:r>
            <a:endParaRPr lang="en-QA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4705259-A499-1C63-8CB5-957A41449AB5}"/>
              </a:ext>
            </a:extLst>
          </p:cNvPr>
          <p:cNvSpPr/>
          <p:nvPr/>
        </p:nvSpPr>
        <p:spPr>
          <a:xfrm>
            <a:off x="5034708" y="2954223"/>
            <a:ext cx="720000" cy="72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ar-SA" dirty="0"/>
              <a:t>نوح</a:t>
            </a:r>
            <a:endParaRPr lang="en-QA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E9CF532-4B3B-F667-9002-63F689DA625C}"/>
              </a:ext>
            </a:extLst>
          </p:cNvPr>
          <p:cNvSpPr/>
          <p:nvPr/>
        </p:nvSpPr>
        <p:spPr>
          <a:xfrm>
            <a:off x="5034708" y="5329714"/>
            <a:ext cx="720000" cy="72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ar-SA" sz="1400" dirty="0"/>
              <a:t>محمد</a:t>
            </a:r>
            <a:endParaRPr lang="en-QA" sz="14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6293F99-6228-A133-EBE3-A3AC4FDF8DAA}"/>
              </a:ext>
            </a:extLst>
          </p:cNvPr>
          <p:cNvCxnSpPr>
            <a:stCxn id="4" idx="4"/>
            <a:endCxn id="5" idx="0"/>
          </p:cNvCxnSpPr>
          <p:nvPr/>
        </p:nvCxnSpPr>
        <p:spPr>
          <a:xfrm>
            <a:off x="5394708" y="2636436"/>
            <a:ext cx="0" cy="3177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7321530-24FD-ABFA-9A15-824CC1A962FB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5394708" y="3674223"/>
            <a:ext cx="0" cy="3177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7E085E9-8A0B-BFDA-85A8-6CBB1D3FF13D}"/>
              </a:ext>
            </a:extLst>
          </p:cNvPr>
          <p:cNvSpPr txBox="1"/>
          <p:nvPr/>
        </p:nvSpPr>
        <p:spPr>
          <a:xfrm>
            <a:off x="5269513" y="3931928"/>
            <a:ext cx="2503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QA" dirty="0"/>
              <a:t>.</a:t>
            </a:r>
          </a:p>
          <a:p>
            <a:r>
              <a:rPr lang="en-QA" dirty="0"/>
              <a:t>.</a:t>
            </a:r>
          </a:p>
          <a:p>
            <a:r>
              <a:rPr lang="en-QA" dirty="0"/>
              <a:t>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01D60C9-C5A2-C897-515D-502BDAC1BC36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5386143" y="5011927"/>
            <a:ext cx="8565" cy="3177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740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51C1B-CA2A-625A-112A-17A5E1189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8ADE4-42C2-5874-3545-7858B1190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77236"/>
          </a:xfrm>
        </p:spPr>
        <p:txBody>
          <a:bodyPr/>
          <a:lstStyle/>
          <a:p>
            <a:r>
              <a:rPr lang="en-US" dirty="0"/>
              <a:t>Prophet Muhammad historical events </a:t>
            </a:r>
            <a:endParaRPr lang="en-QA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FF7BAAE-BE26-34EF-6EC9-D3BD2C84CA3B}"/>
              </a:ext>
            </a:extLst>
          </p:cNvPr>
          <p:cNvSpPr/>
          <p:nvPr/>
        </p:nvSpPr>
        <p:spPr>
          <a:xfrm>
            <a:off x="5034708" y="1916436"/>
            <a:ext cx="720000" cy="72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en-US" sz="1400" dirty="0" err="1"/>
              <a:t>ع</a:t>
            </a:r>
            <a:r>
              <a:rPr lang="ar-SA" sz="1400" dirty="0"/>
              <a:t>ام الفيل</a:t>
            </a:r>
            <a:endParaRPr lang="en-QA" sz="14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2F92A06-90CD-9FA6-4A65-E5F758B6699E}"/>
              </a:ext>
            </a:extLst>
          </p:cNvPr>
          <p:cNvSpPr/>
          <p:nvPr/>
        </p:nvSpPr>
        <p:spPr>
          <a:xfrm>
            <a:off x="5034708" y="2954223"/>
            <a:ext cx="720000" cy="72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QA" sz="1100" dirty="0"/>
              <a:t>وفاة عبد الله</a:t>
            </a:r>
            <a:endParaRPr lang="en-QA" sz="11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F30BF3-EF46-764B-8477-5C4DACD2A499}"/>
              </a:ext>
            </a:extLst>
          </p:cNvPr>
          <p:cNvSpPr/>
          <p:nvPr/>
        </p:nvSpPr>
        <p:spPr>
          <a:xfrm>
            <a:off x="5034708" y="5329714"/>
            <a:ext cx="720000" cy="72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A" sz="1400" dirty="0"/>
              <a:t>الوفاة</a:t>
            </a:r>
            <a:endParaRPr lang="en-QA" sz="14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3B06AE1-04CC-19EC-CF05-7C384DC040E2}"/>
              </a:ext>
            </a:extLst>
          </p:cNvPr>
          <p:cNvCxnSpPr>
            <a:stCxn id="4" idx="4"/>
            <a:endCxn id="5" idx="0"/>
          </p:cNvCxnSpPr>
          <p:nvPr/>
        </p:nvCxnSpPr>
        <p:spPr>
          <a:xfrm>
            <a:off x="5394708" y="2636436"/>
            <a:ext cx="0" cy="3177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C14ACF9-B3E9-80C3-C90F-C8D6FE285286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5394708" y="3674223"/>
            <a:ext cx="0" cy="3177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CC30AD8-3548-5E4A-FF2D-171D024C5E39}"/>
              </a:ext>
            </a:extLst>
          </p:cNvPr>
          <p:cNvSpPr txBox="1"/>
          <p:nvPr/>
        </p:nvSpPr>
        <p:spPr>
          <a:xfrm>
            <a:off x="5269513" y="3931928"/>
            <a:ext cx="2503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QA" dirty="0"/>
              <a:t>.</a:t>
            </a:r>
          </a:p>
          <a:p>
            <a:r>
              <a:rPr lang="en-QA" dirty="0"/>
              <a:t>.</a:t>
            </a:r>
          </a:p>
          <a:p>
            <a:r>
              <a:rPr lang="en-QA" dirty="0"/>
              <a:t>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786049E-56A6-47F1-DDC2-6D4C72290A05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5386143" y="5011927"/>
            <a:ext cx="8565" cy="3177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807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015AF-3213-272B-67DD-E9E0E8C3D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083F81FA-499E-9D72-74E0-65A86770A7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941" t="18817" r="28128" b="20466"/>
          <a:stretch>
            <a:fillRect/>
          </a:stretch>
        </p:blipFill>
        <p:spPr>
          <a:xfrm>
            <a:off x="8144670" y="3429000"/>
            <a:ext cx="3541595" cy="32963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58F975-169D-0913-AC79-371CB88BE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77236"/>
          </a:xfrm>
        </p:spPr>
        <p:txBody>
          <a:bodyPr/>
          <a:lstStyle/>
          <a:p>
            <a:r>
              <a:rPr lang="en-US" dirty="0"/>
              <a:t>Prophet Muhammad historical events </a:t>
            </a:r>
            <a:endParaRPr lang="en-QA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8FA3BFB-1213-8A4D-C01B-F38926CDECF5}"/>
              </a:ext>
            </a:extLst>
          </p:cNvPr>
          <p:cNvSpPr/>
          <p:nvPr/>
        </p:nvSpPr>
        <p:spPr>
          <a:xfrm>
            <a:off x="989181" y="1407538"/>
            <a:ext cx="720000" cy="720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en-US" sz="1400" dirty="0" err="1"/>
              <a:t>ع</a:t>
            </a:r>
            <a:r>
              <a:rPr lang="ar-SA" sz="1400" dirty="0"/>
              <a:t>ام الفيل</a:t>
            </a:r>
            <a:endParaRPr lang="en-QA" sz="14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278936E-0D19-1B1B-0294-AED8E5000EF2}"/>
              </a:ext>
            </a:extLst>
          </p:cNvPr>
          <p:cNvSpPr/>
          <p:nvPr/>
        </p:nvSpPr>
        <p:spPr>
          <a:xfrm>
            <a:off x="989181" y="3429000"/>
            <a:ext cx="720000" cy="7200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QA" sz="1100" dirty="0"/>
              <a:t>مولده</a:t>
            </a:r>
            <a:endParaRPr lang="en-QA" sz="11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7392F88-87B9-A6B0-FB57-BBFEA133A62B}"/>
              </a:ext>
            </a:extLst>
          </p:cNvPr>
          <p:cNvSpPr/>
          <p:nvPr/>
        </p:nvSpPr>
        <p:spPr>
          <a:xfrm>
            <a:off x="989181" y="5458128"/>
            <a:ext cx="720000" cy="720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A" sz="1400" dirty="0"/>
              <a:t>الوفاة</a:t>
            </a:r>
            <a:endParaRPr lang="en-QA" sz="14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73F4BC6-8BE1-3687-9F8D-CE608B3D2429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1349181" y="2127538"/>
            <a:ext cx="0" cy="3838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0D07BD5-9E15-5B59-F981-6842B8853C86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1349181" y="4149000"/>
            <a:ext cx="0" cy="3177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0737B17-4C51-5663-3D4B-742F2BCEDBC4}"/>
              </a:ext>
            </a:extLst>
          </p:cNvPr>
          <p:cNvSpPr txBox="1"/>
          <p:nvPr/>
        </p:nvSpPr>
        <p:spPr>
          <a:xfrm>
            <a:off x="1235207" y="4494010"/>
            <a:ext cx="227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QA" sz="1200" dirty="0"/>
              <a:t>.</a:t>
            </a:r>
          </a:p>
          <a:p>
            <a:r>
              <a:rPr lang="en-QA" sz="1200" dirty="0"/>
              <a:t>.</a:t>
            </a:r>
          </a:p>
          <a:p>
            <a:r>
              <a:rPr lang="en-QA" sz="1200" dirty="0"/>
              <a:t>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25647A0-3646-9C7D-2203-DF9E016CC11C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340616" y="5140341"/>
            <a:ext cx="8565" cy="3177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47EE536-AD08-BA35-0B6E-04DFF4A5A894}"/>
              </a:ext>
            </a:extLst>
          </p:cNvPr>
          <p:cNvSpPr txBox="1"/>
          <p:nvPr/>
        </p:nvSpPr>
        <p:spPr>
          <a:xfrm>
            <a:off x="1235207" y="2548227"/>
            <a:ext cx="227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QA" sz="1200" dirty="0"/>
              <a:t>.</a:t>
            </a:r>
          </a:p>
          <a:p>
            <a:r>
              <a:rPr lang="en-QA" sz="1200" dirty="0"/>
              <a:t>.</a:t>
            </a:r>
          </a:p>
          <a:p>
            <a:r>
              <a:rPr lang="en-QA" sz="1200" dirty="0"/>
              <a:t>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D49802-1205-DC4E-7FD8-E66494FD5FB1}"/>
              </a:ext>
            </a:extLst>
          </p:cNvPr>
          <p:cNvSpPr/>
          <p:nvPr/>
        </p:nvSpPr>
        <p:spPr>
          <a:xfrm>
            <a:off x="2276532" y="2846891"/>
            <a:ext cx="5735781" cy="18842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en-QA" b="1" dirty="0">
                <a:solidFill>
                  <a:schemeClr val="tx1"/>
                </a:solidFill>
              </a:rPr>
              <a:t>مولد النبي ﷺ</a:t>
            </a:r>
            <a:r>
              <a:rPr lang="en-QA" dirty="0">
                <a:solidFill>
                  <a:schemeClr val="tx1"/>
                </a:solidFill>
              </a:rPr>
              <a:t> ✓: ولد يوم الاثنين في عام الفيل. أما اليوم الدقيق من الشهر ففيه خلاف كبير؛ و12 ربيع الأول هو الأشهر عند العامة، لكنه ليس تاريخًا قطعيًا.</a:t>
            </a:r>
          </a:p>
          <a:p>
            <a:pPr algn="r" rtl="1"/>
            <a:endParaRPr lang="ar-SA" b="1" dirty="0">
              <a:solidFill>
                <a:schemeClr val="tx1"/>
              </a:solidFill>
            </a:endParaRPr>
          </a:p>
          <a:p>
            <a:pPr algn="r" rtl="1"/>
            <a:r>
              <a:rPr lang="ar-SA" b="1" dirty="0">
                <a:solidFill>
                  <a:schemeClr val="tx1"/>
                </a:solidFill>
              </a:rPr>
              <a:t>التاريخ</a:t>
            </a:r>
            <a:r>
              <a:rPr lang="ar-SA" dirty="0">
                <a:solidFill>
                  <a:schemeClr val="tx1"/>
                </a:solidFill>
              </a:rPr>
              <a:t> : </a:t>
            </a:r>
            <a:r>
              <a:rPr lang="ar-SA" dirty="0" err="1">
                <a:solidFill>
                  <a:schemeClr val="tx1"/>
                </a:solidFill>
              </a:rPr>
              <a:t>ر</a:t>
            </a:r>
            <a:r>
              <a:rPr lang="en-QA" dirty="0">
                <a:solidFill>
                  <a:schemeClr val="tx1"/>
                </a:solidFill>
              </a:rPr>
              <a:t>بيع الأول، 53 ق.هـ تقريبًا</a:t>
            </a:r>
            <a:r>
              <a:rPr lang="ar-SA" dirty="0">
                <a:solidFill>
                  <a:schemeClr val="tx1"/>
                </a:solidFill>
              </a:rPr>
              <a:t> .. ٥٧١/٥٧٠ ميلادي</a:t>
            </a:r>
            <a:endParaRPr lang="en-QA" dirty="0">
              <a:solidFill>
                <a:schemeClr val="tx1"/>
              </a:solidFill>
            </a:endParaRPr>
          </a:p>
          <a:p>
            <a:pPr marL="0" algn="r" defTabSz="914400" rtl="1" eaLnBrk="1" latinLnBrk="0" hangingPunct="1"/>
            <a:endParaRPr lang="ar-SA" dirty="0">
              <a:solidFill>
                <a:schemeClr val="tx1"/>
              </a:solidFill>
            </a:endParaRPr>
          </a:p>
          <a:p>
            <a:pPr marL="0" algn="r" defTabSz="914400" rtl="1" eaLnBrk="1" latinLnBrk="0" hangingPunct="1"/>
            <a:r>
              <a:rPr lang="ar-SA" dirty="0">
                <a:solidFill>
                  <a:schemeClr val="tx1"/>
                </a:solidFill>
              </a:rPr>
              <a:t>المكان: مكة</a:t>
            </a:r>
            <a:endParaRPr lang="en-QA" dirty="0">
              <a:solidFill>
                <a:schemeClr val="tx1"/>
              </a:solidFill>
            </a:endParaRPr>
          </a:p>
        </p:txBody>
      </p:sp>
      <p:pic>
        <p:nvPicPr>
          <p:cNvPr id="20" name="Picture 19" descr="مكه - صورة للكعبة الشريفة قديما 💚💚💙 | Facebook">
            <a:extLst>
              <a:ext uri="{FF2B5EF4-FFF2-40B4-BE49-F238E27FC236}">
                <a16:creationId xmlns:a16="http://schemas.microsoft.com/office/drawing/2014/main" id="{B73EAD3B-F6DD-D9DB-ED20-35A3CF585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470" y="1407538"/>
            <a:ext cx="1744349" cy="311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221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89</Words>
  <Application>Microsoft Macintosh PowerPoint</Application>
  <PresentationFormat>Widescreen</PresentationFormat>
  <Paragraphs>29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Prophets landing page</vt:lpstr>
      <vt:lpstr>Prophet Muhammad historical events </vt:lpstr>
      <vt:lpstr>Prophet Muhammad historical events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Adel Al-Hezmi</dc:creator>
  <cp:lastModifiedBy>Adel Al-Hezmi</cp:lastModifiedBy>
  <cp:revision>1</cp:revision>
  <dcterms:created xsi:type="dcterms:W3CDTF">2026-08-14T18:25:15Z</dcterms:created>
  <dcterms:modified xsi:type="dcterms:W3CDTF">2026-08-14T19:23:15Z</dcterms:modified>
</cp:coreProperties>
</file>